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56" r:id="rId4"/>
    <p:sldId id="257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64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2B7B0-9D20-461F-9EF5-DE1ADB29F19F}" type="datetimeFigureOut">
              <a:rPr lang="en-SE" smtClean="0"/>
              <a:t>2026-04-22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46B6-08FC-4AAD-AABA-0F9B7E8C774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17540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2B7B0-9D20-461F-9EF5-DE1ADB29F19F}" type="datetimeFigureOut">
              <a:rPr lang="en-SE" smtClean="0"/>
              <a:t>2026-04-22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46B6-08FC-4AAD-AABA-0F9B7E8C774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41626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2B7B0-9D20-461F-9EF5-DE1ADB29F19F}" type="datetimeFigureOut">
              <a:rPr lang="en-SE" smtClean="0"/>
              <a:t>2026-04-22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46B6-08FC-4AAD-AABA-0F9B7E8C774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42304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2B7B0-9D20-461F-9EF5-DE1ADB29F19F}" type="datetimeFigureOut">
              <a:rPr lang="en-SE" smtClean="0"/>
              <a:t>2026-04-22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46B6-08FC-4AAD-AABA-0F9B7E8C774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772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2B7B0-9D20-461F-9EF5-DE1ADB29F19F}" type="datetimeFigureOut">
              <a:rPr lang="en-SE" smtClean="0"/>
              <a:t>2026-04-22</a:t>
            </a:fld>
            <a:endParaRPr lang="en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46B6-08FC-4AAD-AABA-0F9B7E8C774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0474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2B7B0-9D20-461F-9EF5-DE1ADB29F19F}" type="datetimeFigureOut">
              <a:rPr lang="en-SE" smtClean="0"/>
              <a:t>2026-04-22</a:t>
            </a:fld>
            <a:endParaRPr lang="en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46B6-08FC-4AAD-AABA-0F9B7E8C774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72411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2B7B0-9D20-461F-9EF5-DE1ADB29F19F}" type="datetimeFigureOut">
              <a:rPr lang="en-SE" smtClean="0"/>
              <a:t>2026-04-22</a:t>
            </a:fld>
            <a:endParaRPr lang="en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46B6-08FC-4AAD-AABA-0F9B7E8C774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9531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2B7B0-9D20-461F-9EF5-DE1ADB29F19F}" type="datetimeFigureOut">
              <a:rPr lang="en-SE" smtClean="0"/>
              <a:t>2026-04-22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46B6-08FC-4AAD-AABA-0F9B7E8C774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5213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2B7B0-9D20-461F-9EF5-DE1ADB29F19F}" type="datetimeFigureOut">
              <a:rPr lang="en-SE" smtClean="0"/>
              <a:t>2026-04-22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46B6-08FC-4AAD-AABA-0F9B7E8C774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0664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2B7B0-9D20-461F-9EF5-DE1ADB29F19F}" type="datetimeFigureOut">
              <a:rPr lang="en-SE" smtClean="0"/>
              <a:t>2026-04-22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46B6-08FC-4AAD-AABA-0F9B7E8C774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03932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2B7B0-9D20-461F-9EF5-DE1ADB29F19F}" type="datetimeFigureOut">
              <a:rPr lang="en-SE" smtClean="0"/>
              <a:t>2026-04-22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46B6-08FC-4AAD-AABA-0F9B7E8C774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61526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D2B7B0-9D20-461F-9EF5-DE1ADB29F19F}" type="datetimeFigureOut">
              <a:rPr lang="en-SE" smtClean="0"/>
              <a:t>2026-04-22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3546B6-08FC-4AAD-AABA-0F9B7E8C774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94893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95B46D-6987-7C60-2C2D-604E937DE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223"/>
            <a:ext cx="9906000" cy="4661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F6D97E-F288-6EB1-903E-8718EEF7A223}"/>
              </a:ext>
            </a:extLst>
          </p:cNvPr>
          <p:cNvSpPr txBox="1"/>
          <p:nvPr/>
        </p:nvSpPr>
        <p:spPr>
          <a:xfrm>
            <a:off x="330200" y="1168400"/>
            <a:ext cx="58039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Your business is unique. </a:t>
            </a:r>
            <a:r>
              <a:rPr lang="en-US" sz="3600" b="1" i="1" dirty="0">
                <a:solidFill>
                  <a:schemeClr val="accent1">
                    <a:lumMod val="75000"/>
                  </a:schemeClr>
                </a:solidFill>
              </a:rPr>
              <a:t>Your AI should be too.</a:t>
            </a:r>
          </a:p>
          <a:p>
            <a:r>
              <a:rPr lang="en-US" dirty="0"/>
              <a:t>We start with a conversation about how you work and build the solution around it. No templates. No guesswork. Just AI that actually fits.</a:t>
            </a:r>
          </a:p>
          <a:p>
            <a:endParaRPr lang="en-S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934085-35D6-B487-2F36-823A6C67B7BC}"/>
              </a:ext>
            </a:extLst>
          </p:cNvPr>
          <p:cNvSpPr txBox="1"/>
          <p:nvPr/>
        </p:nvSpPr>
        <p:spPr>
          <a:xfrm>
            <a:off x="330200" y="3429000"/>
            <a:ext cx="302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How We Work</a:t>
            </a:r>
            <a:endParaRPr lang="en-SE" sz="24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82650B-882D-30BA-6702-A8A5311A4658}"/>
              </a:ext>
            </a:extLst>
          </p:cNvPr>
          <p:cNvSpPr/>
          <p:nvPr/>
        </p:nvSpPr>
        <p:spPr>
          <a:xfrm>
            <a:off x="546100" y="4203700"/>
            <a:ext cx="2451100" cy="24226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B22233F-3D1B-1B10-6DBE-2A4FA24D2925}"/>
              </a:ext>
            </a:extLst>
          </p:cNvPr>
          <p:cNvSpPr/>
          <p:nvPr/>
        </p:nvSpPr>
        <p:spPr>
          <a:xfrm>
            <a:off x="3619500" y="4203699"/>
            <a:ext cx="2451100" cy="24226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C257C5-44E0-6921-25CF-A2AB745EAC80}"/>
              </a:ext>
            </a:extLst>
          </p:cNvPr>
          <p:cNvSpPr/>
          <p:nvPr/>
        </p:nvSpPr>
        <p:spPr>
          <a:xfrm>
            <a:off x="6680200" y="4203700"/>
            <a:ext cx="2451100" cy="24226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D47080-DE47-28FB-3785-EED3EDF863B1}"/>
              </a:ext>
            </a:extLst>
          </p:cNvPr>
          <p:cNvSpPr txBox="1"/>
          <p:nvPr/>
        </p:nvSpPr>
        <p:spPr>
          <a:xfrm>
            <a:off x="660400" y="4318000"/>
            <a:ext cx="24003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Step 01</a:t>
            </a:r>
            <a:br>
              <a:rPr lang="en-US" b="1" dirty="0"/>
            </a:br>
            <a:r>
              <a:rPr lang="en-US" b="1" dirty="0"/>
              <a:t>We listen first</a:t>
            </a:r>
          </a:p>
          <a:p>
            <a:r>
              <a:rPr lang="en-US" dirty="0"/>
              <a:t>No assumptions. We map your workflows, bottlenecks, and goals before suggesting anything.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87BFFE-E776-FF7B-D921-C70A83CDDD50}"/>
              </a:ext>
            </a:extLst>
          </p:cNvPr>
          <p:cNvSpPr txBox="1"/>
          <p:nvPr/>
        </p:nvSpPr>
        <p:spPr>
          <a:xfrm>
            <a:off x="3733800" y="4335165"/>
            <a:ext cx="2400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Step 02</a:t>
            </a:r>
            <a:br>
              <a:rPr lang="en-US" dirty="0"/>
            </a:br>
            <a:r>
              <a:rPr lang="en-US" b="1" dirty="0"/>
              <a:t>We design together</a:t>
            </a:r>
          </a:p>
          <a:p>
            <a:r>
              <a:rPr lang="en-US" dirty="0"/>
              <a:t>You know your business. We know AI. Together we figure out exactly what to build.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F827AA-F847-61FE-DDBF-388ED405ADD4}"/>
              </a:ext>
            </a:extLst>
          </p:cNvPr>
          <p:cNvSpPr txBox="1"/>
          <p:nvPr/>
        </p:nvSpPr>
        <p:spPr>
          <a:xfrm>
            <a:off x="6743700" y="4318000"/>
            <a:ext cx="2400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Step 03</a:t>
            </a:r>
            <a:br>
              <a:rPr lang="en-US" dirty="0"/>
            </a:br>
            <a:r>
              <a:rPr lang="en-US" b="1" dirty="0"/>
              <a:t>We deliver and stay</a:t>
            </a:r>
          </a:p>
          <a:p>
            <a:r>
              <a:rPr lang="en-US" dirty="0"/>
              <a:t>We build it, test it, and support it. Your success is an ongoing project, not a handoff.</a:t>
            </a:r>
          </a:p>
        </p:txBody>
      </p:sp>
    </p:spTree>
    <p:extLst>
      <p:ext uri="{BB962C8B-B14F-4D97-AF65-F5344CB8AC3E}">
        <p14:creationId xmlns:p14="http://schemas.microsoft.com/office/powerpoint/2010/main" val="3824771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78AE34-AC46-459B-8A2A-46B670045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223"/>
            <a:ext cx="9906000" cy="4661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D1CE8-D196-7C87-1432-3B7C79FB1622}"/>
              </a:ext>
            </a:extLst>
          </p:cNvPr>
          <p:cNvSpPr txBox="1"/>
          <p:nvPr/>
        </p:nvSpPr>
        <p:spPr>
          <a:xfrm>
            <a:off x="381000" y="736600"/>
            <a:ext cx="42037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we can build </a:t>
            </a: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</a:rPr>
              <a:t>for you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SE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D6DC3F-3A93-D99E-29FE-CE9E5C39C9A4}"/>
              </a:ext>
            </a:extLst>
          </p:cNvPr>
          <p:cNvSpPr/>
          <p:nvPr/>
        </p:nvSpPr>
        <p:spPr>
          <a:xfrm>
            <a:off x="165100" y="1310164"/>
            <a:ext cx="3124200" cy="24003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E4BBC6-461F-8C32-D8FC-6AF1384CF01B}"/>
              </a:ext>
            </a:extLst>
          </p:cNvPr>
          <p:cNvSpPr txBox="1"/>
          <p:nvPr/>
        </p:nvSpPr>
        <p:spPr>
          <a:xfrm>
            <a:off x="241300" y="1393051"/>
            <a:ext cx="3124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 Agents &amp; RAG Chatbots</a:t>
            </a:r>
            <a:br>
              <a:rPr lang="en-US" dirty="0"/>
            </a:br>
            <a:r>
              <a:rPr lang="en-US" dirty="0"/>
              <a:t>Imagine an assistant that knows your business inside out, answers questions, handles repetitive requests, and knows when to hand things over to a real person. That's what we build.</a:t>
            </a:r>
            <a:endParaRPr lang="en-SE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A4CBD2D-E30B-3544-EDC0-0511A853E972}"/>
              </a:ext>
            </a:extLst>
          </p:cNvPr>
          <p:cNvSpPr/>
          <p:nvPr/>
        </p:nvSpPr>
        <p:spPr>
          <a:xfrm>
            <a:off x="3441700" y="1335564"/>
            <a:ext cx="3124200" cy="24003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CEBB57-463F-CFFF-C0A4-5B5DA2287B92}"/>
              </a:ext>
            </a:extLst>
          </p:cNvPr>
          <p:cNvSpPr txBox="1"/>
          <p:nvPr/>
        </p:nvSpPr>
        <p:spPr>
          <a:xfrm>
            <a:off x="3543300" y="1393051"/>
            <a:ext cx="3124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Engineering &amp; Analytics</a:t>
            </a:r>
            <a:br>
              <a:rPr lang="en-US" b="1" dirty="0"/>
            </a:br>
            <a:r>
              <a:rPr lang="en-US" dirty="0"/>
              <a:t>You're sitting on more data than you think. We help you organize it, make sense of it, and turn it into decisions — not just spreadsheets.</a:t>
            </a:r>
            <a:endParaRPr lang="en-SE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72D0AB9-F6B3-BB46-4E97-73B71AE93B2A}"/>
              </a:ext>
            </a:extLst>
          </p:cNvPr>
          <p:cNvSpPr/>
          <p:nvPr/>
        </p:nvSpPr>
        <p:spPr>
          <a:xfrm>
            <a:off x="6731000" y="1297464"/>
            <a:ext cx="3124200" cy="24003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C26205-DFC2-E438-C6A4-017A31CF3FBE}"/>
              </a:ext>
            </a:extLst>
          </p:cNvPr>
          <p:cNvSpPr txBox="1"/>
          <p:nvPr/>
        </p:nvSpPr>
        <p:spPr>
          <a:xfrm>
            <a:off x="6819900" y="1431151"/>
            <a:ext cx="3124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Enterprise AI Copilot Development</a:t>
            </a:r>
            <a:br>
              <a:rPr lang="en-US" dirty="0"/>
            </a:br>
            <a:r>
              <a:rPr lang="en-US" dirty="0"/>
              <a:t>A smart assistant built specifically for your team's role and workflow so your people can focus on the work that needs a human touch.</a:t>
            </a:r>
            <a:endParaRPr lang="en-SE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B296279-8CDD-A8CE-ED3B-50724E255467}"/>
              </a:ext>
            </a:extLst>
          </p:cNvPr>
          <p:cNvSpPr/>
          <p:nvPr/>
        </p:nvSpPr>
        <p:spPr>
          <a:xfrm>
            <a:off x="177800" y="3875564"/>
            <a:ext cx="3124200" cy="24003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5DBAFA-47FD-B706-00DB-604566B25784}"/>
              </a:ext>
            </a:extLst>
          </p:cNvPr>
          <p:cNvSpPr txBox="1"/>
          <p:nvPr/>
        </p:nvSpPr>
        <p:spPr>
          <a:xfrm>
            <a:off x="241300" y="3968075"/>
            <a:ext cx="3124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Cloud Migration &amp; DevOps</a:t>
            </a:r>
            <a:br>
              <a:rPr lang="en-US" dirty="0"/>
            </a:br>
            <a:r>
              <a:rPr lang="en-US" dirty="0"/>
              <a:t>If your systems are slow, outdated, or hard to scale — we move them to modern infrastructure so your team can work faster and your business can grow without technical growing pains.</a:t>
            </a:r>
            <a:endParaRPr lang="en-SE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778DB1-79E9-381D-1888-2A946AB8F904}"/>
              </a:ext>
            </a:extLst>
          </p:cNvPr>
          <p:cNvSpPr/>
          <p:nvPr/>
        </p:nvSpPr>
        <p:spPr>
          <a:xfrm>
            <a:off x="3479800" y="3875564"/>
            <a:ext cx="3124200" cy="24003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149DD05-BE7E-5D92-C70F-3046E712352D}"/>
              </a:ext>
            </a:extLst>
          </p:cNvPr>
          <p:cNvSpPr/>
          <p:nvPr/>
        </p:nvSpPr>
        <p:spPr>
          <a:xfrm>
            <a:off x="6731000" y="3837464"/>
            <a:ext cx="3124200" cy="24003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23FD80-1C8A-1E19-F141-53A2577D5454}"/>
              </a:ext>
            </a:extLst>
          </p:cNvPr>
          <p:cNvSpPr txBox="1"/>
          <p:nvPr/>
        </p:nvSpPr>
        <p:spPr>
          <a:xfrm>
            <a:off x="3454400" y="3955375"/>
            <a:ext cx="337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Custom Software Development</a:t>
            </a:r>
            <a:br>
              <a:rPr lang="en-US" dirty="0"/>
            </a:br>
            <a:r>
              <a:rPr lang="en-US" sz="1750" dirty="0"/>
              <a:t>Off-the-shelf tools don't always fit. We build software designed around how your business operates so your team isn't working around the tool, the tool works around them.</a:t>
            </a:r>
            <a:endParaRPr lang="en-SE" sz="17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E86701-0027-4D35-7D79-1ACAB9F6193E}"/>
              </a:ext>
            </a:extLst>
          </p:cNvPr>
          <p:cNvSpPr txBox="1"/>
          <p:nvPr/>
        </p:nvSpPr>
        <p:spPr>
          <a:xfrm>
            <a:off x="6858000" y="3955375"/>
            <a:ext cx="3124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Web &amp; Mobile App Development</a:t>
            </a:r>
            <a:br>
              <a:rPr lang="en-US" dirty="0"/>
            </a:br>
            <a:r>
              <a:rPr lang="en-US" dirty="0"/>
              <a:t>Whether it's a customer-facing app or an internal dashboard, we build digital experiences that look great, work smoothly, and actually get used.</a:t>
            </a:r>
            <a:endParaRPr lang="en-SE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37AB3-400C-60D1-DF0C-7D1ED2A87D1C}"/>
              </a:ext>
            </a:extLst>
          </p:cNvPr>
          <p:cNvSpPr/>
          <p:nvPr/>
        </p:nvSpPr>
        <p:spPr>
          <a:xfrm>
            <a:off x="7239000" y="6375400"/>
            <a:ext cx="2336800" cy="42537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know more check out our Services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666959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2C8DFC-80C0-42BA-1DAB-C7030A91B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223"/>
            <a:ext cx="9906000" cy="4661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F7908D-75E6-B7D7-82AA-24CC1378F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354" y="640574"/>
            <a:ext cx="3085465" cy="3766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4A0782-08B3-CEF1-70BA-3348C9BA99BD}"/>
              </a:ext>
            </a:extLst>
          </p:cNvPr>
          <p:cNvSpPr txBox="1"/>
          <p:nvPr/>
        </p:nvSpPr>
        <p:spPr>
          <a:xfrm>
            <a:off x="623548" y="1171802"/>
            <a:ext cx="8658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mission is simple: eliminate the work that shouldn't require your attention. We automate the repetitive, so your team can stay focused on strategy, creativity, and growth. Our vision is a future where AI doesn't replace what makes us human — it protects it.</a:t>
            </a:r>
            <a:endParaRPr lang="en-S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DBECAD-F99A-6BD7-1E40-E073BED0E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171" y="2158082"/>
            <a:ext cx="3181648" cy="7130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327B39-03A1-DD42-4C0A-831607EC0440}"/>
              </a:ext>
            </a:extLst>
          </p:cNvPr>
          <p:cNvSpPr txBox="1"/>
          <p:nvPr/>
        </p:nvSpPr>
        <p:spPr>
          <a:xfrm>
            <a:off x="240066" y="2911166"/>
            <a:ext cx="979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Built by women who know both sides. The perfect blend of business and technology expertise.</a:t>
            </a:r>
            <a:endParaRPr lang="en-SE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DD7226-85AD-DD98-E889-2F01FE8A6450}"/>
              </a:ext>
            </a:extLst>
          </p:cNvPr>
          <p:cNvSpPr txBox="1"/>
          <p:nvPr/>
        </p:nvSpPr>
        <p:spPr>
          <a:xfrm>
            <a:off x="749300" y="3316649"/>
            <a:ext cx="39953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Samara Sharin</a:t>
            </a:r>
            <a:r>
              <a:rPr lang="en-US" dirty="0"/>
              <a:t> </a:t>
            </a:r>
            <a:r>
              <a:rPr lang="en-US" b="1" dirty="0"/>
              <a:t>— </a:t>
            </a:r>
            <a:r>
              <a:rPr lang="en-US" b="1" i="1" dirty="0"/>
              <a:t>CEO &amp; Founder</a:t>
            </a:r>
            <a:endParaRPr lang="en-US" b="1" dirty="0"/>
          </a:p>
          <a:p>
            <a:r>
              <a:rPr lang="en-US" dirty="0"/>
              <a:t>Samara brings hands-on experience from running her own business, paired with a Master's in Business Development. She works closely with clients to map out where and how AI can make a real difference in their operations, translating business needs into the right technical solutions.</a:t>
            </a:r>
          </a:p>
          <a:p>
            <a:endParaRPr lang="en-S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16E4B1-F500-B9B3-72ED-8D641CA8D935}"/>
              </a:ext>
            </a:extLst>
          </p:cNvPr>
          <p:cNvSpPr txBox="1"/>
          <p:nvPr/>
        </p:nvSpPr>
        <p:spPr>
          <a:xfrm>
            <a:off x="4922485" y="3329349"/>
            <a:ext cx="3886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Maliha Mehnaz</a:t>
            </a:r>
            <a:r>
              <a:rPr lang="en-US" dirty="0"/>
              <a:t> </a:t>
            </a:r>
            <a:r>
              <a:rPr lang="en-US" b="1" dirty="0"/>
              <a:t>— </a:t>
            </a:r>
            <a:r>
              <a:rPr lang="en-US" b="1" i="1" dirty="0"/>
              <a:t>Tech Consultant &amp; Partner</a:t>
            </a:r>
            <a:endParaRPr lang="en-US" b="1" dirty="0"/>
          </a:p>
          <a:p>
            <a:r>
              <a:rPr lang="en-US" dirty="0"/>
              <a:t>Maliha brings 8 years of deep tech experience and has delivered over 48 projects to date. She handles the technical side of every solution — making sure what gets built is solid, scalable, and actually works.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7126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6E3CFA-15D6-B1CE-553D-B7B72E4D3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36" y="0"/>
            <a:ext cx="3435527" cy="7683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3644D5-BC24-D526-A804-FB29D5B0745B}"/>
              </a:ext>
            </a:extLst>
          </p:cNvPr>
          <p:cNvSpPr txBox="1"/>
          <p:nvPr/>
        </p:nvSpPr>
        <p:spPr>
          <a:xfrm>
            <a:off x="749299" y="1333500"/>
            <a:ext cx="269240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Human-First</a:t>
            </a:r>
          </a:p>
          <a:p>
            <a:r>
              <a:rPr lang="en-US" dirty="0"/>
              <a:t>Technology should serve people, not replace them. Every solution we build is designed to give humans more room to do what they do best.</a:t>
            </a:r>
            <a:endParaRPr lang="en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D8B7C5-3988-09F1-1FF8-665DB29E06ED}"/>
              </a:ext>
            </a:extLst>
          </p:cNvPr>
          <p:cNvSpPr txBox="1"/>
          <p:nvPr/>
        </p:nvSpPr>
        <p:spPr>
          <a:xfrm>
            <a:off x="3710031" y="1282699"/>
            <a:ext cx="2692401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Clarity</a:t>
            </a:r>
            <a:br>
              <a:rPr lang="en-US" sz="2000" dirty="0"/>
            </a:br>
            <a:r>
              <a:rPr lang="en-US" dirty="0"/>
              <a:t>We cut through the noise — in how we communicate, how we work, and how we build. No unnecessary complexity, just the right solution done well.</a:t>
            </a:r>
            <a:endParaRPr lang="en-S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C44CFA-4A4B-70E4-DBB7-7324B8B198DC}"/>
              </a:ext>
            </a:extLst>
          </p:cNvPr>
          <p:cNvSpPr txBox="1"/>
          <p:nvPr/>
        </p:nvSpPr>
        <p:spPr>
          <a:xfrm>
            <a:off x="6670763" y="1333499"/>
            <a:ext cx="269240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Impact</a:t>
            </a:r>
            <a:br>
              <a:rPr lang="en-US" sz="2000" dirty="0"/>
            </a:br>
            <a:r>
              <a:rPr lang="en-US" dirty="0"/>
              <a:t>We measure success by what actually changes. Not the tools we deploy, but the difference they make in how your team works every day.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846885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</TotalTime>
  <Words>600</Words>
  <Application>Microsoft Office PowerPoint</Application>
  <PresentationFormat>A4 Paper (210x297 mm)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Samara Sharin</dc:creator>
  <cp:lastModifiedBy>Samara Sharin</cp:lastModifiedBy>
  <cp:revision>4</cp:revision>
  <dcterms:created xsi:type="dcterms:W3CDTF">2026-04-22T08:32:33Z</dcterms:created>
  <dcterms:modified xsi:type="dcterms:W3CDTF">2026-04-22T12:08:42Z</dcterms:modified>
</cp:coreProperties>
</file>